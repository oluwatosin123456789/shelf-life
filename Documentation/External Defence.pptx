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05535" y="2193925"/>
            <a:ext cx="9892665" cy="3428365"/>
          </a:xfrm>
        </p:spPr>
        <p:txBody>
          <a:bodyPr>
            <a:normAutofit fontScale="90000"/>
          </a:bodyPr>
          <a:p>
            <a:pPr algn="ctr"/>
            <a:r>
              <a:rPr lang="en-US" altLang="en-US" sz="2220"/>
              <a:t>Shadamoro Jeremiah (AUL/CMP/22/082)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Olofu Possible (AUL/IFT/22/009)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Supervisor: Dr. Babalola Asegunloluwa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Department of Computing</a:t>
            </a:r>
            <a:br>
              <a:rPr lang="en-US" altLang="en-US" sz="2220"/>
            </a:br>
            <a:r>
              <a:rPr lang="en-US" altLang="en-US" sz="2220"/>
              <a:t>Anchor University Lagos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August 2026</a:t>
            </a:r>
            <a:endParaRPr lang="en-US" altLang="en-US" sz="222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60425" y="399415"/>
            <a:ext cx="9799320" cy="1795145"/>
          </a:xfrm>
        </p:spPr>
        <p:txBody>
          <a:bodyPr>
            <a:normAutofit lnSpcReduction="20000"/>
          </a:bodyPr>
          <a:p>
            <a:r>
              <a:rPr lang="en-US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FRESCO</a:t>
            </a:r>
            <a:endParaRPr lang="en-US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b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 Fruit Freshness and Shelf-Life Estimation Platform</a:t>
            </a:r>
            <a:endParaRPr lang="en-US" altLang="en-US" sz="178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br>
              <a:rPr lang="en-US" alt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An Intelligent Shelf-Life Food Estimation System</a:t>
            </a:r>
            <a:r>
              <a:rPr lang="en-US" sz="17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en-US" sz="178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The Problem: Food Waste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en-US" b="1"/>
              <a:t> Why It Happens</a:t>
            </a:r>
            <a:endParaRPr lang="en-US" altLang="en-US" b="1"/>
          </a:p>
          <a:p>
            <a:pPr marL="0" indent="0" algn="ctr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People lack reliable information about food condition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Most fresh fruits have no expiration date at all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Sensory inspection is subjective and unreliable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2800" b="1"/>
              <a:t>What Makes Freshness Assessment Difficult?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180"/>
            <a:ext cx="10968990" cy="4936490"/>
          </a:xfrm>
        </p:spPr>
        <p:txBody>
          <a:bodyPr>
            <a:noAutofit/>
          </a:bodyPr>
          <a:p>
            <a:r>
              <a:rPr lang="en-US" altLang="en-US" sz="1400" b="1"/>
              <a:t>Problem 1: Subjective Assessment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Consumers rely on sight, touch, and smell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Two people looking at the same fruit reach different conclusions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Visible mould means contamination started 1-2 days earlier.</a:t>
            </a:r>
            <a:endParaRPr lang="en-US" altLang="en-US" sz="1100" b="1"/>
          </a:p>
          <a:p>
            <a:endParaRPr lang="en-US" altLang="en-US" sz="1100" b="1"/>
          </a:p>
          <a:p>
            <a:r>
              <a:rPr lang="en-US" altLang="en-US" sz="1400" b="1"/>
              <a:t>Problem 2: Ignorance of Storage Interactions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Bananas produce ethylene gas that spoils nearby fruits faster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Storing bananas with strawberries reduces shelf life by 2-3 days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Consumers are unaware of these invisible interactions</a:t>
            </a:r>
            <a:endParaRPr lang="en-US" altLang="en-US" sz="1100" b="1"/>
          </a:p>
          <a:p>
            <a:endParaRPr lang="en-US" altLang="en-US" sz="1100" b="1"/>
          </a:p>
          <a:p>
            <a:r>
              <a:rPr lang="en-US" altLang="en-US" sz="1400" b="1"/>
              <a:t>Problem 3: Inaccessible Solutions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Accurate systems require expensive sensors and cameras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Hyperspectral imaging costs tens of thousands of dollars</a:t>
            </a:r>
            <a:endParaRPr lang="en-US" altLang="en-US" sz="1100" b="1"/>
          </a:p>
          <a:p>
            <a:pPr marL="0" indent="0">
              <a:buNone/>
            </a:pPr>
            <a:r>
              <a:rPr lang="en-US" altLang="en-US" sz="1100" b="1">
                <a:solidFill>
                  <a:srgbClr val="C00000"/>
                </a:solidFill>
              </a:rPr>
              <a:t>❌</a:t>
            </a:r>
            <a:r>
              <a:rPr lang="en-US" altLang="en-US" sz="1100" b="1"/>
              <a:t> IoT sensor systems are impractical for households</a:t>
            </a:r>
            <a:endParaRPr lang="en-US" altLang="en-US" sz="1100" b="1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en-US" sz="2665" b="1"/>
              <a:t>A Smartphone-Based Freshness Assessment System</a:t>
            </a:r>
            <a:endParaRPr lang="en-US" altLang="en-US" sz="2665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30000"/>
          </a:bodyPr>
          <a:p>
            <a:pPr marL="0" indent="0" algn="ctr">
              <a:buNone/>
            </a:pPr>
            <a:r>
              <a:rPr lang="en-US" altLang="en-US" sz="4700" b="1"/>
              <a:t>What FRESCO Does</a:t>
            </a:r>
            <a:endParaRPr lang="en-US" altLang="en-US" sz="4700" b="1"/>
          </a:p>
          <a:p>
            <a:pPr marL="0" indent="0" algn="ctr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Identifies fruit type from a photograph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Assesses visual freshness on a 0–1 scale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Estimates remaining shelf life in days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Warns about storage conflicts (ethylene)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Recommends best storage method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✅ Tracks personal fruit inventory</a:t>
            </a:r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endParaRPr lang="en-US" altLang="en-US" sz="2000"/>
          </a:p>
          <a:p>
            <a:r>
              <a:rPr lang="en-US" altLang="en-US" sz="2000">
                <a:sym typeface="+mn-ea"/>
              </a:rPr>
              <a:t>Key Feature: Accessibility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No extra hardware required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Just a smartphone camera</a:t>
            </a:r>
            <a:endParaRPr lang="en-US" altLang="en-US" sz="200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Aim &amp; ObjectivesAim &amp; Objectives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Aim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To design, develop, and implement a mobile-first web application that estimates fruit freshness and shelf life using only a smartphone camera.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/>
              <a:t>.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6410960" y="1313815"/>
          <a:ext cx="4927600" cy="4083050"/>
        </p:xfrm>
        <a:graphic>
          <a:graphicData uri="http://schemas.openxmlformats.org/drawingml/2006/table">
            <a:tbl>
              <a:tblPr/>
              <a:tblGrid>
                <a:gridCol w="938530"/>
                <a:gridCol w="3989070"/>
              </a:tblGrid>
              <a:tr h="490220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Objective</a:t>
                      </a:r>
                      <a:endParaRPr lang="en-US" sz="1800" b="1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B>
                      <a:noFill/>
                    </a:lnB>
                  </a:tcPr>
                </a:tc>
              </a:tr>
              <a:tr h="100330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1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Develop fruit identification using MobileNetV2 transfer learning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041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2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Implement continuous freshness scoring (0.0–1.0)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77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3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Build shelf-life estimation engine using curated fruit data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0934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4</a:t>
                      </a:r>
                      <a:endParaRPr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Deliver as Progressive Web 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: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Application with inventory and ethylene checking</a:t>
                      </a:r>
                      <a:r>
                        <a:rPr lang="en-US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.</a:t>
                      </a:r>
                      <a:endParaRPr lang="en-US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Methodology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330" y="1313815"/>
            <a:ext cx="5176520" cy="4935855"/>
          </a:xfrm>
        </p:spPr>
        <p:txBody>
          <a:bodyPr>
            <a:normAutofit/>
          </a:bodyPr>
          <a:p>
            <a:r>
              <a:rPr lang="en-US" altLang="en-US" b="1"/>
              <a:t>Phase 1: Literature Review</a:t>
            </a:r>
            <a:endParaRPr lang="en-US" altLang="en-US"/>
          </a:p>
          <a:p>
            <a:r>
              <a:rPr lang="en-US" altLang="en-US"/>
              <a:t>Review computer vision, transfer learning, post-harvest biology</a:t>
            </a:r>
            <a:endParaRPr lang="en-US" altLang="en-US"/>
          </a:p>
          <a:p>
            <a:r>
              <a:rPr lang="en-US" altLang="en-US"/>
              <a:t>Identify datasets: Fruits-360, Kaggle Fresh/Stale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Phase 2: Architecture Design</a:t>
            </a:r>
            <a:endParaRPr lang="en-US" altLang="en-US"/>
          </a:p>
          <a:p>
            <a:r>
              <a:rPr lang="en-US" altLang="en-US"/>
              <a:t>Three-tier: Frontend (Next.js) → Backend (FastAPI) → Database (PostgreSQL)</a:t>
            </a:r>
            <a:endParaRPr lang="en-US" altLang="en-US"/>
          </a:p>
          <a:p>
            <a:r>
              <a:rPr lang="en-US" altLang="en-US"/>
              <a:t>Seven-step scan pipeline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Phase 3: Implementation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&gt; Train MobileNetV2 on Google Colab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&gt; Build full-stack application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Phase 4: Testing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&gt; Evaluate accuracy on held-out test set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&gt; Validate shelf-life estimates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2800" b="1"/>
              <a:t>Results &amp; Conclusion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b="1"/>
              <a:t>Classifier Performance</a:t>
            </a: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/>
              <a:t>✅ 89.3% top-1 accuracy on held-out test set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✅ 97.5% top-3 accuracy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✅ 200–500ms inference latency (after warm-up)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b="1">
                <a:sym typeface="+mn-ea"/>
              </a:rPr>
              <a:t>Key Strengths</a:t>
            </a:r>
            <a:endParaRPr lang="en-US" altLang="en-US" b="1"/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Hardware Accessibility: Works on any smartphone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Ethylene Awareness: First consumer-facing implementation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Interpretable: Clear recommendations with explanations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✅ Installable: No app store required (PWA)</a:t>
            </a:r>
            <a:endParaRPr lang="en-US" altLang="en-US"/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Limitations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Classifier covers 4 fruit types automatically (Apple, Banana, Carrot, Tomato)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38 fruits supported via manual selection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Lighting sensitivity (known CNN limitation)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C00000"/>
                </a:solidFill>
              </a:rPr>
              <a:t>❌</a:t>
            </a:r>
            <a:r>
              <a:rPr lang="en-US" altLang="en-US"/>
              <a:t> No real-time environmental sensing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2984</Words>
  <Application>WPS Presentation</Application>
  <PresentationFormat>Widescreen</PresentationFormat>
  <Paragraphs>136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quote-cjk-patch</vt:lpstr>
      <vt:lpstr>Segoe Print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Shadamoro Jeremiah (AUL/CMP/22/082)  Olofu Possible (AUL/IFT/22/009)  Supervisor: Dr. Babalola Asegunloluwa  Department of Computing Anchor University Lagos  August 2026</dc:title>
  <dc:creator>SOJ</dc:creator>
  <cp:lastModifiedBy>Jeremiah Shadamoro</cp:lastModifiedBy>
  <cp:revision>1</cp:revision>
  <dcterms:created xsi:type="dcterms:W3CDTF">2026-08-13T14:41:10Z</dcterms:created>
  <dcterms:modified xsi:type="dcterms:W3CDTF">2026-08-13T14:41:10Z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ACD4F4509DB440658B695884BD1F612F_11</vt:lpwstr>
  </property>
</Properties>
</file>